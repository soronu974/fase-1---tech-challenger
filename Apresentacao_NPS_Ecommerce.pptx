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57925" y="2482725"/>
            <a:ext cx="674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331750" y="2482725"/>
            <a:ext cx="4587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 CHALLENGE - FASE 1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16900" y="3159825"/>
            <a:ext cx="341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NPS Preditivo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Contexto do Negócio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• Crescimento do e-commerce.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NPS medido ao final da jornada.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Objetivo: identificar fatores que influenciam a satisfação.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925" y="2792000"/>
            <a:ext cx="557212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Pergunta de Negócio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600200"/>
            <a:ext cx="8229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US" sz="2200">
                <a:solidFill>
                  <a:schemeClr val="lt1"/>
                </a:solidFill>
              </a:rPr>
              <a:t>Quais fatores operacionais mais impactam o NPS e como agir preventivamente?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575" y="2389800"/>
            <a:ext cx="6032875" cy="441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Visão Geral dos Dados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• 2.500 pedidos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19 variáveis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Clientes, pedidos, logística, atendimento e NPS.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13" y="2743200"/>
            <a:ext cx="6505575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Principais Insights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• Atrasos reduzem o NPS.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Reclamações e contatos com atendimento aumentam detratores.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Clientes satisfeitos tendem a recomprar.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213" y="2743200"/>
            <a:ext cx="5123567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Fatores de Impacto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1. Atraso na entrega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2. Reclamações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3. Atendimento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4. Tempo de resolução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5. CSAT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63" y="3429000"/>
            <a:ext cx="3870381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6494" y="3429000"/>
            <a:ext cx="3858901" cy="312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1600200"/>
            <a:ext cx="82296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• Melhorar logística.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Resolver problemas no primeiro contato.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Monitorar clientes em risco.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Fidelizar promotores.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225" y="3057000"/>
            <a:ext cx="4473562" cy="34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Limitações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600200"/>
            <a:ext cx="82296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• NPS é subjetivo.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Nem todos respondem.</a:t>
            </a:r>
            <a:br>
              <a:rPr lang="en-US" sz="2200">
                <a:solidFill>
                  <a:schemeClr val="lt1"/>
                </a:solidFill>
              </a:rPr>
            </a:br>
            <a:r>
              <a:rPr lang="en-US" sz="2200">
                <a:solidFill>
                  <a:schemeClr val="lt1"/>
                </a:solidFill>
              </a:rPr>
              <a:t>• Correlação não é causalidade.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457200" y="1600200"/>
            <a:ext cx="82296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US" sz="2200">
                <a:solidFill>
                  <a:schemeClr val="lt1"/>
                </a:solidFill>
              </a:rPr>
              <a:t>A logística e o atendimento são os principais direcionadores da satisfação do cliente.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200" y="2424900"/>
            <a:ext cx="6529601" cy="404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